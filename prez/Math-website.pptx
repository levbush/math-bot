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014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76" y="4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4DDE8D-8B1E-4B31-90BB-4E4C5EB30C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66DAA28-EF86-46F8-ADBF-850F737E5E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8AFAB92-8863-4A16-804A-15BAE3C76B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6F3B5C-E6EC-45E3-8915-BC5031EF6374}" type="datetimeFigureOut">
              <a:rPr lang="ru-RU" smtClean="0"/>
              <a:t>11.04.2026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2EF6FDF-30CF-4766-97A5-5A42EF0149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B51F915-620A-4238-85B6-28353AC4B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91C68E-A227-4B55-BDC0-B0D73FD1583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63977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6CAB76B-0930-4C6F-9EC9-7BEF5E9E9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8C14FF-E1C8-4040-A32C-F88F355589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D6E950D-ED3D-494E-A3F0-ABBED4EEB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6F3B5C-E6EC-45E3-8915-BC5031EF6374}" type="datetimeFigureOut">
              <a:rPr lang="ru-RU" smtClean="0"/>
              <a:t>11.04.2026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31DA215-EEEC-403F-B6C5-0A3F3CA784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1415444-78F2-4259-BFBD-592C322A4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91C68E-A227-4B55-BDC0-B0D73FD1583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16583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A4D2A67-0A3A-40BB-A4C1-A3348ADFB9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7B24263-2DC6-482A-94E9-A5B100DBF1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2CBCD15-B5EF-4402-AA46-90EFC85D5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6F3B5C-E6EC-45E3-8915-BC5031EF6374}" type="datetimeFigureOut">
              <a:rPr lang="ru-RU" smtClean="0"/>
              <a:t>11.04.2026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C63931D-06DD-4B2A-BC45-62F00AA2C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3635121-BDAC-49B4-A296-A157CD4BF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91C68E-A227-4B55-BDC0-B0D73FD1583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10813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CD8E89B-4B50-458C-9BD0-699DC3BB9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118B36E-E8CC-4AE8-B1C5-1FC9C0ACC3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19F0ED9-62CB-479A-A27D-195A615711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BE48914-97AA-452F-A1F8-6F062D6788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6F3B5C-E6EC-45E3-8915-BC5031EF6374}" type="datetimeFigureOut">
              <a:rPr lang="ru-RU" smtClean="0"/>
              <a:t>11.04.2026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2EF0502-81FB-4D3E-939A-85D5A5378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7016B2C-B791-464B-9C9A-AF6F4BB6A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91C68E-A227-4B55-BDC0-B0D73FD1583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73968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614EB8D-85DA-40A2-80A2-666671BF1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D5B3B11-7F7C-4876-B8B8-B8BC4ED44C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5EBA5BE-97C6-4724-9102-53E1EAA61D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53D815C7-EEDF-4045-B804-8D4D138663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FC868704-F448-432B-ABAC-1824FB9C2E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E105E53B-A4B5-4E95-9909-08276A34F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6F3B5C-E6EC-45E3-8915-BC5031EF6374}" type="datetimeFigureOut">
              <a:rPr lang="ru-RU" smtClean="0"/>
              <a:t>11.04.2026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139C338-E78B-4A88-94F9-D5D412726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6DF46A24-7315-45C5-AD80-E0D5A5BFC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91C68E-A227-4B55-BDC0-B0D73FD1583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5799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B599DBF-7766-4372-832C-F563473FD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F92092A-0345-439F-A3B8-15062AF36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6F3B5C-E6EC-45E3-8915-BC5031EF6374}" type="datetimeFigureOut">
              <a:rPr lang="ru-RU" smtClean="0"/>
              <a:t>11.04.2026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9BE8F37-4DFC-4435-8B0E-23EE6FB26F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DDDF29A-5500-4722-804F-17F84E57F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91C68E-A227-4B55-BDC0-B0D73FD1583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13173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0F28212C-DAA0-41B0-8058-C51F10D10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6F3B5C-E6EC-45E3-8915-BC5031EF6374}" type="datetimeFigureOut">
              <a:rPr lang="ru-RU" smtClean="0"/>
              <a:t>11.04.2026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79F3D4DA-1A80-4C19-98DB-A873833926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885D036-0D47-47AE-A4FA-4AF49402E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91C68E-A227-4B55-BDC0-B0D73FD1583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80708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3374D10-F7A3-4107-83C8-82CA2713A5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ED513AA-837F-4618-ACE1-FEC45FEAC7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DE6426A-859F-4D81-8CF9-7F4CD5D62B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9BE4308-E800-4E14-8EAB-7CE5549921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6F3B5C-E6EC-45E3-8915-BC5031EF6374}" type="datetimeFigureOut">
              <a:rPr lang="ru-RU" smtClean="0"/>
              <a:t>11.04.2026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8DE1104-10A1-494A-9FB4-02A379B2DE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BAAF976-CC17-4D71-B4C1-E979E1321C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91C68E-A227-4B55-BDC0-B0D73FD1583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229702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556CFEC-AF49-4201-8683-F1375073A5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76A252A5-5B39-4CF0-96A1-DEE737F17D0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18E1A83-9541-410A-B85B-1E34C714E5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281BEE5-B52E-420F-AA4E-B54DEE06D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6F3B5C-E6EC-45E3-8915-BC5031EF6374}" type="datetimeFigureOut">
              <a:rPr lang="ru-RU" smtClean="0"/>
              <a:t>11.04.2026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D108BB3-59D9-477F-B403-139AEBC0B5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F15BDC8-B17E-42F5-8A4D-D13A1DC07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91C68E-A227-4B55-BDC0-B0D73FD1583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9753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500B515-FE9B-410C-98B3-00CF6E9CC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268108F-85EB-4260-889F-6F19B4F82E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112811C-2FF6-4468-AF9F-795CA66CD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6F3B5C-E6EC-45E3-8915-BC5031EF6374}" type="datetimeFigureOut">
              <a:rPr lang="ru-RU" smtClean="0"/>
              <a:t>11.04.2026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0C5A205-F5CB-4FD8-A655-A1A23AC4B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1F7A3B0-F16C-4EBD-8FA4-B1A6B7DC9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91C68E-A227-4B55-BDC0-B0D73FD1583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48664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AB209854-218F-4B96-837F-5E3B6FC828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F6B2570-A6B2-4B96-8117-50D33951AF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5131235-2000-4E4B-BF25-A3FF7CCA2E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6F3B5C-E6EC-45E3-8915-BC5031EF6374}" type="datetimeFigureOut">
              <a:rPr lang="ru-RU" smtClean="0"/>
              <a:t>11.04.2026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0AD63BE-6845-4674-9AE1-55CC5AFE0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02A7926-7438-43C3-88C6-51DE8C481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91C68E-A227-4B55-BDC0-B0D73FD1583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418027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8BEE2FB-E0EF-4F49-8793-38A08F2217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579F1BE-4B77-41B8-A1A2-97862D82B7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B2D10C8-505A-45AA-9EEA-2789AE8216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6F3B5C-E6EC-45E3-8915-BC5031EF6374}" type="datetimeFigureOut">
              <a:rPr lang="ru-RU" smtClean="0"/>
              <a:t>11.04.2026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8C13B06-2C54-40DB-8AD1-B39A25AC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1FE7EE6-E7E0-4C60-9EE6-3DA14CB702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91C68E-A227-4B55-BDC0-B0D73FD1583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86832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BBEEFD-B7BF-4D9D-A7DD-856F9A9475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4396"/>
            <a:ext cx="9144000" cy="891788"/>
          </a:xfrm>
        </p:spPr>
        <p:txBody>
          <a:bodyPr>
            <a:normAutofit fontScale="90000"/>
          </a:bodyPr>
          <a:lstStyle/>
          <a:p>
            <a:r>
              <a:rPr lang="en-US" dirty="0"/>
              <a:t>Math-website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BE4A76-05E0-499E-A2B6-C004677DCF23}"/>
              </a:ext>
            </a:extLst>
          </p:cNvPr>
          <p:cNvSpPr txBox="1"/>
          <p:nvPr/>
        </p:nvSpPr>
        <p:spPr>
          <a:xfrm>
            <a:off x="259493" y="5636851"/>
            <a:ext cx="549875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/>
              <a:t>Жирнов Леонид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629A36-9113-41E5-A55D-65E27317B605}"/>
              </a:ext>
            </a:extLst>
          </p:cNvPr>
          <p:cNvSpPr txBox="1"/>
          <p:nvPr/>
        </p:nvSpPr>
        <p:spPr>
          <a:xfrm>
            <a:off x="8647672" y="5636850"/>
            <a:ext cx="335073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/>
              <a:t>Бушуев Лев</a:t>
            </a:r>
          </a:p>
        </p:txBody>
      </p:sp>
    </p:spTree>
    <p:extLst>
      <p:ext uri="{BB962C8B-B14F-4D97-AF65-F5344CB8AC3E}">
        <p14:creationId xmlns:p14="http://schemas.microsoft.com/office/powerpoint/2010/main" val="14391305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D40933-093C-41DB-A257-9FA7F003FBBF}"/>
              </a:ext>
            </a:extLst>
          </p:cNvPr>
          <p:cNvSpPr txBox="1"/>
          <p:nvPr/>
        </p:nvSpPr>
        <p:spPr>
          <a:xfrm>
            <a:off x="137468" y="0"/>
            <a:ext cx="11267818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Общая идея</a:t>
            </a:r>
            <a:r>
              <a:rPr lang="en-US" sz="3200" b="1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ru-RU" sz="3200" b="1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 </a:t>
            </a:r>
            <a:endParaRPr lang="ru-RU" sz="3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1" dirty="0">
                <a:effectLst/>
                <a:latin typeface="Consolas" panose="020B0609020204030204" pitchFamily="49" charset="0"/>
              </a:rPr>
              <a:t>Сайт для практики математики с адаптивным подбором задач, автоматической проверкой, системой прогресса и встроенным ИИ-помощником.</a:t>
            </a:r>
          </a:p>
          <a:p>
            <a:br>
              <a:rPr lang="ru-RU" sz="2800" b="1" dirty="0">
                <a:effectLst/>
                <a:latin typeface="Consolas" panose="020B0609020204030204" pitchFamily="49" charset="0"/>
              </a:rPr>
            </a:br>
            <a:r>
              <a:rPr lang="ru-RU" sz="2800" b="1" dirty="0">
                <a:effectLst/>
                <a:latin typeface="Consolas" panose="020B0609020204030204" pitchFamily="49" charset="0"/>
              </a:rPr>
              <a:t>Сайт должен:</a:t>
            </a:r>
          </a:p>
          <a:p>
            <a:r>
              <a:rPr lang="ru-RU" sz="2800" b="1" dirty="0">
                <a:effectLst/>
                <a:latin typeface="Consolas" panose="020B0609020204030204" pitchFamily="49" charset="0"/>
              </a:rPr>
              <a:t>- подбирать задачи по выбранным теме и уровню  </a:t>
            </a:r>
          </a:p>
          <a:p>
            <a:r>
              <a:rPr lang="ru-RU" sz="2800" b="1" dirty="0">
                <a:effectLst/>
                <a:latin typeface="Consolas" panose="020B0609020204030204" pitchFamily="49" charset="0"/>
              </a:rPr>
              <a:t>- объяснять ошибки  </a:t>
            </a:r>
          </a:p>
          <a:p>
            <a:r>
              <a:rPr lang="ru-RU" sz="2800" b="1" dirty="0">
                <a:effectLst/>
                <a:latin typeface="Consolas" panose="020B0609020204030204" pitchFamily="49" charset="0"/>
              </a:rPr>
              <a:t>- отслеживать прогресс  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2A0296-A56B-4260-9A50-EC261960A151}"/>
              </a:ext>
            </a:extLst>
          </p:cNvPr>
          <p:cNvSpPr txBox="1"/>
          <p:nvPr/>
        </p:nvSpPr>
        <p:spPr>
          <a:xfrm>
            <a:off x="137468" y="4258179"/>
            <a:ext cx="10651525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Как появилась идея</a:t>
            </a:r>
            <a:r>
              <a:rPr lang="en-US" sz="2400" b="1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ru-RU" sz="2400" b="1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 </a:t>
            </a:r>
          </a:p>
          <a:p>
            <a:r>
              <a:rPr lang="ru-RU" sz="2800" b="1" dirty="0">
                <a:latin typeface="Consolas" panose="020B0609020204030204" pitchFamily="49" charset="0"/>
              </a:rPr>
              <a:t>Нам со Львом нравиться математика</a:t>
            </a:r>
            <a:r>
              <a:rPr lang="en-US" sz="2800" b="1" dirty="0">
                <a:latin typeface="Consolas" panose="020B0609020204030204" pitchFamily="49" charset="0"/>
              </a:rPr>
              <a:t>, </a:t>
            </a:r>
            <a:r>
              <a:rPr lang="ru-RU" sz="2800" b="1" dirty="0">
                <a:latin typeface="Consolas" panose="020B0609020204030204" pitchFamily="49" charset="0"/>
              </a:rPr>
              <a:t>и мы решили сделать</a:t>
            </a:r>
            <a:r>
              <a:rPr lang="en-US" sz="2800" b="1" dirty="0">
                <a:latin typeface="Consolas" panose="020B0609020204030204" pitchFamily="49" charset="0"/>
              </a:rPr>
              <a:t> </a:t>
            </a:r>
            <a:r>
              <a:rPr lang="ru-RU" sz="2800" b="1" dirty="0">
                <a:latin typeface="Consolas" panose="020B0609020204030204" pitchFamily="49" charset="0"/>
              </a:rPr>
              <a:t>проект связанный с математикой</a:t>
            </a:r>
            <a:r>
              <a:rPr lang="en-US" sz="2800" b="1" dirty="0">
                <a:latin typeface="Consolas" panose="020B0609020204030204" pitchFamily="49" charset="0"/>
              </a:rPr>
              <a:t>.</a:t>
            </a:r>
            <a:endParaRPr lang="ru-RU" sz="2800" b="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8001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1CAAA01-3E39-4B31-BACE-0892FE44555D}"/>
              </a:ext>
            </a:extLst>
          </p:cNvPr>
          <p:cNvSpPr txBox="1"/>
          <p:nvPr/>
        </p:nvSpPr>
        <p:spPr>
          <a:xfrm>
            <a:off x="347534" y="76363"/>
            <a:ext cx="11366672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1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Платформа и технологии  </a:t>
            </a:r>
            <a:endParaRPr lang="ru-RU" sz="28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1" dirty="0">
                <a:effectLst/>
                <a:latin typeface="Consolas" panose="020B0609020204030204" pitchFamily="49" charset="0"/>
              </a:rPr>
              <a:t>Backend:</a:t>
            </a:r>
            <a:endParaRPr lang="en-US" sz="2800" b="0" dirty="0">
              <a:effectLst/>
              <a:latin typeface="Consolas" panose="020B0609020204030204" pitchFamily="49" charset="0"/>
            </a:endParaRPr>
          </a:p>
          <a:p>
            <a:pPr marL="457200" indent="-457200">
              <a:buFontTx/>
              <a:buChar char="-"/>
            </a:pPr>
            <a:r>
              <a:rPr lang="en-US" sz="2800" b="0" dirty="0">
                <a:effectLst/>
                <a:latin typeface="Consolas" panose="020B0609020204030204" pitchFamily="49" charset="0"/>
              </a:rPr>
              <a:t>Python (flask)</a:t>
            </a:r>
            <a:endParaRPr lang="ru-RU" sz="2800" b="0" dirty="0">
              <a:effectLst/>
              <a:latin typeface="Consolas" panose="020B0609020204030204" pitchFamily="49" charset="0"/>
            </a:endParaRPr>
          </a:p>
          <a:p>
            <a:br>
              <a:rPr lang="en-US" sz="2800" b="0" dirty="0">
                <a:effectLst/>
                <a:latin typeface="Consolas" panose="020B0609020204030204" pitchFamily="49" charset="0"/>
              </a:rPr>
            </a:br>
            <a:r>
              <a:rPr lang="ru-RU" sz="2800" b="1" dirty="0">
                <a:effectLst/>
                <a:latin typeface="Consolas" panose="020B0609020204030204" pitchFamily="49" charset="0"/>
              </a:rPr>
              <a:t>База данных:</a:t>
            </a:r>
            <a:r>
              <a:rPr lang="ru-RU" sz="2800" b="0" dirty="0">
                <a:effectLst/>
                <a:latin typeface="Consolas" panose="020B0609020204030204" pitchFamily="49" charset="0"/>
              </a:rPr>
              <a:t>  </a:t>
            </a:r>
          </a:p>
          <a:p>
            <a:pPr marL="457200" indent="-457200">
              <a:buFontTx/>
              <a:buChar char="-"/>
            </a:pPr>
            <a:r>
              <a:rPr lang="en-US" sz="2800" b="0" dirty="0" err="1">
                <a:effectLst/>
                <a:latin typeface="Consolas" panose="020B0609020204030204" pitchFamily="49" charset="0"/>
              </a:rPr>
              <a:t>Sqlalchemy</a:t>
            </a:r>
            <a:r>
              <a:rPr lang="en-US" sz="2800" dirty="0">
                <a:latin typeface="Consolas" panose="020B0609020204030204" pitchFamily="49" charset="0"/>
              </a:rPr>
              <a:t>(</a:t>
            </a:r>
            <a:r>
              <a:rPr lang="ru-RU" sz="2800" dirty="0">
                <a:latin typeface="Consolas" panose="020B0609020204030204" pitchFamily="49" charset="0"/>
              </a:rPr>
              <a:t>таблица</a:t>
            </a:r>
            <a:r>
              <a:rPr lang="en-US" sz="2800" dirty="0">
                <a:latin typeface="Consolas" panose="020B0609020204030204" pitchFamily="49" charset="0"/>
              </a:rPr>
              <a:t>, user)</a:t>
            </a:r>
            <a:r>
              <a:rPr lang="en-US" sz="2800" b="0" dirty="0">
                <a:effectLst/>
                <a:latin typeface="Consolas" panose="020B0609020204030204" pitchFamily="49" charset="0"/>
              </a:rPr>
              <a:t>  </a:t>
            </a:r>
            <a:endParaRPr lang="ru-RU" sz="2800" dirty="0">
              <a:latin typeface="Consolas" panose="020B0609020204030204" pitchFamily="49" charset="0"/>
            </a:endParaRPr>
          </a:p>
          <a:p>
            <a:br>
              <a:rPr lang="en-US" sz="2800" b="0" dirty="0">
                <a:effectLst/>
                <a:latin typeface="Consolas" panose="020B0609020204030204" pitchFamily="49" charset="0"/>
              </a:rPr>
            </a:br>
            <a:r>
              <a:rPr lang="ru-RU" sz="2800" b="1" dirty="0">
                <a:effectLst/>
                <a:latin typeface="Consolas" panose="020B0609020204030204" pitchFamily="49" charset="0"/>
              </a:rPr>
              <a:t>ИИ-помощник:</a:t>
            </a:r>
            <a:r>
              <a:rPr lang="ru-RU" sz="2800" b="0" dirty="0">
                <a:effectLst/>
                <a:latin typeface="Consolas" panose="020B0609020204030204" pitchFamily="49" charset="0"/>
              </a:rPr>
              <a:t> </a:t>
            </a:r>
          </a:p>
          <a:p>
            <a:r>
              <a:rPr lang="ru-RU" sz="2800" b="0" dirty="0">
                <a:effectLst/>
                <a:latin typeface="Consolas" panose="020B0609020204030204" pitchFamily="49" charset="0"/>
              </a:rPr>
              <a:t>- </a:t>
            </a:r>
            <a:r>
              <a:rPr lang="en-US" sz="2800" b="0" dirty="0" err="1">
                <a:effectLst/>
                <a:latin typeface="Consolas" panose="020B0609020204030204" pitchFamily="49" charset="0"/>
              </a:rPr>
              <a:t>huggingface</a:t>
            </a:r>
            <a:r>
              <a:rPr lang="en-US" sz="2800" b="0" dirty="0">
                <a:effectLst/>
                <a:latin typeface="Consolas" panose="020B0609020204030204" pitchFamily="49" charset="0"/>
              </a:rPr>
              <a:t> AP</a:t>
            </a:r>
            <a:r>
              <a:rPr lang="en-US" sz="2800" dirty="0">
                <a:latin typeface="Consolas" panose="020B0609020204030204" pitchFamily="49" charset="0"/>
              </a:rPr>
              <a:t>I(</a:t>
            </a:r>
            <a:r>
              <a:rPr lang="ru-RU" sz="2800" dirty="0">
                <a:latin typeface="Consolas" panose="020B0609020204030204" pitchFamily="49" charset="0"/>
              </a:rPr>
              <a:t>база данных с задачами)</a:t>
            </a:r>
            <a:endParaRPr lang="en-US" sz="2800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F99619-722D-43E4-81F4-982536E04AA2}"/>
              </a:ext>
            </a:extLst>
          </p:cNvPr>
          <p:cNvSpPr txBox="1"/>
          <p:nvPr/>
        </p:nvSpPr>
        <p:spPr>
          <a:xfrm>
            <a:off x="1124465" y="4782065"/>
            <a:ext cx="8260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Какой-то сложный код для понимания(потом)</a:t>
            </a:r>
          </a:p>
        </p:txBody>
      </p:sp>
    </p:spTree>
    <p:extLst>
      <p:ext uri="{BB962C8B-B14F-4D97-AF65-F5344CB8AC3E}">
        <p14:creationId xmlns:p14="http://schemas.microsoft.com/office/powerpoint/2010/main" val="19258070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25F7B01-87E6-4EE4-91CD-31E4439447FD}"/>
              </a:ext>
            </a:extLst>
          </p:cNvPr>
          <p:cNvSpPr txBox="1"/>
          <p:nvPr/>
        </p:nvSpPr>
        <p:spPr>
          <a:xfrm>
            <a:off x="95249" y="108793"/>
            <a:ext cx="821466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1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Основной функционал  </a:t>
            </a:r>
            <a:endParaRPr lang="ru-RU" sz="28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>
                <a:effectLst/>
                <a:latin typeface="Consolas" panose="020B0609020204030204" pitchFamily="49" charset="0"/>
              </a:rPr>
              <a:t>- Система задач</a:t>
            </a:r>
          </a:p>
          <a:p>
            <a:br>
              <a:rPr lang="ru-RU" sz="2800" b="0" dirty="0">
                <a:effectLst/>
                <a:latin typeface="Consolas" panose="020B0609020204030204" pitchFamily="49" charset="0"/>
              </a:rPr>
            </a:br>
            <a:r>
              <a:rPr lang="ru-RU" sz="2800" b="0" dirty="0">
                <a:effectLst/>
                <a:latin typeface="Consolas" panose="020B0609020204030204" pitchFamily="49" charset="0"/>
              </a:rPr>
              <a:t>- Разделение по:</a:t>
            </a:r>
          </a:p>
          <a:p>
            <a:r>
              <a:rPr lang="ru-RU" sz="2800" b="0" dirty="0">
                <a:effectLst/>
                <a:latin typeface="Consolas" panose="020B0609020204030204" pitchFamily="49" charset="0"/>
              </a:rPr>
              <a:t>  - темам (алгебра, геометрия и т.д.)</a:t>
            </a:r>
          </a:p>
          <a:p>
            <a:r>
              <a:rPr lang="ru-RU" sz="2800" b="0" dirty="0">
                <a:effectLst/>
                <a:latin typeface="Consolas" panose="020B0609020204030204" pitchFamily="49" charset="0"/>
              </a:rPr>
              <a:t>  - уровням сложности (1–10)</a:t>
            </a:r>
          </a:p>
          <a:p>
            <a:endParaRPr lang="ru-RU" sz="2800" dirty="0">
              <a:latin typeface="Consolas" panose="020B0609020204030204" pitchFamily="49" charset="0"/>
            </a:endParaRPr>
          </a:p>
          <a:p>
            <a:r>
              <a:rPr lang="ru-RU" sz="2800" b="0" dirty="0">
                <a:effectLst/>
                <a:latin typeface="Consolas" panose="020B0609020204030204" pitchFamily="49" charset="0"/>
              </a:rPr>
              <a:t>- достижения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B8B283-016B-4D34-9044-D3E00BBFDB2A}"/>
              </a:ext>
            </a:extLst>
          </p:cNvPr>
          <p:cNvSpPr txBox="1"/>
          <p:nvPr/>
        </p:nvSpPr>
        <p:spPr>
          <a:xfrm>
            <a:off x="95249" y="3813254"/>
            <a:ext cx="611041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1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Ограничения</a:t>
            </a:r>
          </a:p>
          <a:p>
            <a:r>
              <a:rPr lang="ru-RU" sz="2800" b="1" dirty="0">
                <a:latin typeface="Consolas" panose="020B0609020204030204" pitchFamily="49" charset="0"/>
              </a:rPr>
              <a:t>- 10 секунд – 1 запрос</a:t>
            </a:r>
            <a:endParaRPr lang="ru-RU" sz="2800" b="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8747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2996EF-4544-42D7-B262-21371A1C1661}"/>
              </a:ext>
            </a:extLst>
          </p:cNvPr>
          <p:cNvSpPr txBox="1"/>
          <p:nvPr/>
        </p:nvSpPr>
        <p:spPr>
          <a:xfrm>
            <a:off x="1458097" y="1204785"/>
            <a:ext cx="89154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6000" b="1" dirty="0"/>
              <a:t>Спасибо за внимание!!!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D9860A-0767-44C8-A779-B58DF9E1F103}"/>
              </a:ext>
            </a:extLst>
          </p:cNvPr>
          <p:cNvSpPr txBox="1"/>
          <p:nvPr/>
        </p:nvSpPr>
        <p:spPr>
          <a:xfrm>
            <a:off x="2045043" y="3083011"/>
            <a:ext cx="34413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Что </a:t>
            </a:r>
            <a:r>
              <a:rPr lang="ru-RU" dirty="0" err="1"/>
              <a:t>нибудь</a:t>
            </a:r>
            <a:r>
              <a:rPr lang="ru-RU" dirty="0"/>
              <a:t> вставить</a:t>
            </a:r>
            <a:r>
              <a:rPr lang="ru-RU"/>
              <a:t>(потом)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1157407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152</Words>
  <Application>Microsoft Office PowerPoint</Application>
  <PresentationFormat>Широкоэкранный</PresentationFormat>
  <Paragraphs>30</Paragraphs>
  <Slides>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Consolas</vt:lpstr>
      <vt:lpstr>Тема Office</vt:lpstr>
      <vt:lpstr>Math-website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Math-website</dc:title>
  <dc:creator>Ид Лобо</dc:creator>
  <cp:lastModifiedBy>Ид Лобо</cp:lastModifiedBy>
  <cp:revision>2</cp:revision>
  <dcterms:created xsi:type="dcterms:W3CDTF">2026-04-11T09:29:23Z</dcterms:created>
  <dcterms:modified xsi:type="dcterms:W3CDTF">2026-04-11T09:37:11Z</dcterms:modified>
</cp:coreProperties>
</file>